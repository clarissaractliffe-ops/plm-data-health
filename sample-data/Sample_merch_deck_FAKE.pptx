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080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SS27 · Materials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8640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INVENTED SAMPLE DECK for testing PLM Data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080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440000"/>
            <a:ext cx="7200000" cy="21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Main fabrics</a:t>
            </a:r>
          </a:p>
          <a:p>
            <a:r>
              <a:t>Leathers</a:t>
            </a:r>
          </a:p>
          <a:p>
            <a:r>
              <a:t>Open 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080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Main materials (1/4)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260000"/>
          <a:ext cx="1080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2700000"/>
                <a:gridCol w="2700000"/>
                <a:gridCol w="2700000"/>
              </a:tblGrid>
              <a:tr h="360000">
                <a:tc>
                  <a:txBody>
                    <a:bodyPr/>
                    <a:lstStyle/>
                    <a:p>
                      <a:r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Price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FAB-27S-1721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Cotton drill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€ 24.75 /m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LEA-27S-1514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Suede goatskin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lamb shearling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€ 13.86 /sqft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LEA-27S-1676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Calf box leather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goat leather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TBC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LEA-27S-1601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Shearling lamb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calf leather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€ 12.50 /sqft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FAB-27S-1502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Cotton poplin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CO (organic)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TBC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YRN-27S-1637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Cashmere 2/28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cotton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€ 121.23 /kg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FAB-27S-1564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Waxed cotton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TBC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080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Main materials (2/4)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260000"/>
          <a:ext cx="1080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2700000"/>
                <a:gridCol w="2700000"/>
                <a:gridCol w="2700000"/>
              </a:tblGrid>
              <a:tr h="360000">
                <a:tc>
                  <a:txBody>
                    <a:bodyPr/>
                    <a:lstStyle/>
                    <a:p>
                      <a:r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Price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FAB-27S-1745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Linen canvas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€ 19.30 /m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FAB-27S-1731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Silk-viscose devoré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70% CV 30% 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€ 39.31 /m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FAB-27S-1575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Cotton seersucker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WO merino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€ 26.47 /m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FAB-27S-1543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Silk satin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70% CV 30% 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€ 78.85 /m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FAB-27S-1620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Wool melton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WV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TBC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LEA-27S-1702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Glazed calfskin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lamb leather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€ 8.59 /sqft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FAB-27S-1667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Silk jersey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92% SE 8% 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TBC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080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Main materials (3/4)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260000"/>
          <a:ext cx="1080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2700000"/>
                <a:gridCol w="2700000"/>
                <a:gridCol w="2700000"/>
              </a:tblGrid>
              <a:tr h="360000">
                <a:tc>
                  <a:txBody>
                    <a:bodyPr/>
                    <a:lstStyle/>
                    <a:p>
                      <a:r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Price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FAB-27S-1511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Silk organza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TBC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FAB-27S-1540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Cotton poplin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€ 36.66 /m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LEA-27S-1694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Suede goatskin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goat leather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€ 12.55 /sqft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YRN-27S-1765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Mohair bouclé yarn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WO merino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TBC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FAB-27S-1766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Waxed cotton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€ 20.97 /m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FAB-27S-1741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Linen canvas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TBC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FAB-27S-1659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Linen canvas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linen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€ 27.53 /m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080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Main materials (4/4)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260000"/>
          <a:ext cx="1080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2700000"/>
                <a:gridCol w="2700000"/>
                <a:gridCol w="2700000"/>
              </a:tblGrid>
              <a:tr h="360000">
                <a:tc>
                  <a:txBody>
                    <a:bodyPr/>
                    <a:lstStyle/>
                    <a:p>
                      <a:r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Price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LEA-27S-1475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Shearling lamb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goat leather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€ 5.07 /sqft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LEA-27S-1507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Nappa lambskin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lamb shearling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€ 9.93 /sqft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YRN-27S-1607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Cotton tape yarn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TBC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LEA-27S-1483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Shearling lamb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goat leather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TBC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FAB-27S-1747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Recycled poly ripstop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PES (recycled)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TBC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FAB-27S-1567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Viscose jersey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92% SE 8% 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€ 72.72 /m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FAB-27S-1802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Washed denim 13 oz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€ 30.76 /m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080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OLD – previous prices (hidden)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260000"/>
          <a:ext cx="576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2880000"/>
              </a:tblGrid>
              <a:tr h="360000">
                <a:tc>
                  <a:txBody>
                    <a:bodyPr/>
                    <a:lstStyle/>
                    <a:p>
                      <a:r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Price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LEA-27S-1514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€ 1.00 m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LEA-27S-1676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€ 1.00 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080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Focus materials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40000" y="1440000"/>
            <a:ext cx="5040000" cy="2160000"/>
            <a:chOff x="540000" y="1440000"/>
            <a:chExt cx="5040000" cy="2160000"/>
          </a:xfrm>
        </p:grpSpPr>
        <p:sp>
          <p:nvSpPr>
            <p:cNvPr id="4" name="TextBox 3"/>
            <p:cNvSpPr txBox="1"/>
            <p:nvPr/>
          </p:nvSpPr>
          <p:spPr>
            <a:xfrm>
              <a:off x="540000" y="1440000"/>
              <a:ext cx="5040000" cy="54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LEA-27S-1711  Shearling lamb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40000" y="2160000"/>
              <a:ext cx="5040000" cy="144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Composition: 100% lamb shearling</a:t>
              </a:r>
            </a:p>
            <a:p>
              <a:r>
                <a:t>Price: € 10.51 /sqft</a:t>
              </a:r>
            </a:p>
            <a:p>
              <a:r>
                <a:t>MOQ: 200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300000" y="1440000"/>
            <a:ext cx="5040000" cy="2160000"/>
            <a:chOff x="6300000" y="1440000"/>
            <a:chExt cx="5040000" cy="2160000"/>
          </a:xfrm>
        </p:grpSpPr>
        <p:sp>
          <p:nvSpPr>
            <p:cNvPr id="7" name="TextBox 6"/>
            <p:cNvSpPr txBox="1"/>
            <p:nvPr/>
          </p:nvSpPr>
          <p:spPr>
            <a:xfrm>
              <a:off x="6300000" y="1440000"/>
              <a:ext cx="5040000" cy="54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FAB-27S-1716  Silk crêpe de chine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300000" y="2160000"/>
              <a:ext cx="5040000" cy="144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Composition: 70% CV 30% SE</a:t>
              </a:r>
            </a:p>
            <a:p>
              <a:r>
                <a:t>Price: € 35.05 /m</a:t>
              </a:r>
            </a:p>
            <a:p>
              <a:r>
                <a:t>MOQ: 50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080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Focus materials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40000" y="1440000"/>
            <a:ext cx="5040000" cy="2160000"/>
            <a:chOff x="540000" y="1440000"/>
            <a:chExt cx="5040000" cy="2160000"/>
          </a:xfrm>
        </p:grpSpPr>
        <p:sp>
          <p:nvSpPr>
            <p:cNvPr id="4" name="TextBox 3"/>
            <p:cNvSpPr txBox="1"/>
            <p:nvPr/>
          </p:nvSpPr>
          <p:spPr>
            <a:xfrm>
              <a:off x="540000" y="1440000"/>
              <a:ext cx="5040000" cy="54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FAB-27S-1525  Washed linen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40000" y="2160000"/>
              <a:ext cx="5040000" cy="144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Composition: TBC</a:t>
              </a:r>
            </a:p>
            <a:p>
              <a:r>
                <a:t>Price: TBC</a:t>
              </a:r>
            </a:p>
            <a:p>
              <a:r>
                <a:t>MOQ: 100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300000" y="1440000"/>
            <a:ext cx="5040000" cy="2160000"/>
            <a:chOff x="6300000" y="1440000"/>
            <a:chExt cx="5040000" cy="2160000"/>
          </a:xfrm>
        </p:grpSpPr>
        <p:sp>
          <p:nvSpPr>
            <p:cNvPr id="7" name="TextBox 6"/>
            <p:cNvSpPr txBox="1"/>
            <p:nvPr/>
          </p:nvSpPr>
          <p:spPr>
            <a:xfrm>
              <a:off x="6300000" y="1440000"/>
              <a:ext cx="5040000" cy="54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FAB-27S-1703  Cashmere jersey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300000" y="2160000"/>
              <a:ext cx="5040000" cy="144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Composition: 100% CO</a:t>
              </a:r>
            </a:p>
            <a:p>
              <a:r>
                <a:t>Price: TBC</a:t>
              </a:r>
            </a:p>
            <a:p>
              <a:r>
                <a:t>MOQ: 100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080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Focus materials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40000" y="1440000"/>
            <a:ext cx="5040000" cy="2160000"/>
            <a:chOff x="540000" y="1440000"/>
            <a:chExt cx="5040000" cy="2160000"/>
          </a:xfrm>
        </p:grpSpPr>
        <p:sp>
          <p:nvSpPr>
            <p:cNvPr id="4" name="TextBox 3"/>
            <p:cNvSpPr txBox="1"/>
            <p:nvPr/>
          </p:nvSpPr>
          <p:spPr>
            <a:xfrm>
              <a:off x="540000" y="1440000"/>
              <a:ext cx="5040000" cy="54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LEA-27S-1684  Nappa lambskin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40000" y="2160000"/>
              <a:ext cx="5040000" cy="144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Composition: 100% lamb shearling</a:t>
              </a:r>
            </a:p>
            <a:p>
              <a:r>
                <a:t>Price: € 11.90 /sqft</a:t>
              </a:r>
            </a:p>
            <a:p>
              <a:r>
                <a:t>MOQ: 300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300000" y="1440000"/>
            <a:ext cx="5040000" cy="2160000"/>
            <a:chOff x="6300000" y="1440000"/>
            <a:chExt cx="5040000" cy="2160000"/>
          </a:xfrm>
        </p:grpSpPr>
        <p:sp>
          <p:nvSpPr>
            <p:cNvPr id="7" name="TextBox 6"/>
            <p:cNvSpPr txBox="1"/>
            <p:nvPr/>
          </p:nvSpPr>
          <p:spPr>
            <a:xfrm>
              <a:off x="6300000" y="1440000"/>
              <a:ext cx="5040000" cy="54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FAB-27S-1778  Double-face wool cloth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300000" y="2160000"/>
              <a:ext cx="5040000" cy="144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Composition: 90% WV 10% WS</a:t>
              </a:r>
            </a:p>
            <a:p>
              <a:r>
                <a:t>Price: TBC</a:t>
              </a:r>
            </a:p>
            <a:p>
              <a:r>
                <a:t>MOQ: 100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080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LEA-27S-1532 · Glazed calfskin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800000"/>
            <a:ext cx="504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Price: € 9.87 /sqft</a:t>
            </a:r>
          </a:p>
          <a:p>
            <a:r>
              <a:t>Lead time: TBC weeks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080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Leathers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260000"/>
          <a:ext cx="1080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160000"/>
                <a:gridCol w="2160000"/>
                <a:gridCol w="2160000"/>
                <a:gridCol w="2160000"/>
              </a:tblGrid>
              <a:tr h="360000">
                <a:tc>
                  <a:txBody>
                    <a:bodyPr/>
                    <a:lstStyle/>
                    <a:p>
                      <a:r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LEA-27S-1550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FAB-27S-1792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FAB-27S-1735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FAB-27S-1559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Composition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goat leather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70% CV 30% 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€ 12.37 /sqft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€ 31.48 /m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€ 49.00 /m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€ 21.51 /m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